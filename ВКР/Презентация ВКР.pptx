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16"/>
  </p:notesMasterIdLst>
  <p:sldIdLst>
    <p:sldId id="256" r:id="rId2"/>
    <p:sldId id="258" r:id="rId3"/>
    <p:sldId id="257" r:id="rId4"/>
    <p:sldId id="259" r:id="rId5"/>
    <p:sldId id="274" r:id="rId6"/>
    <p:sldId id="271" r:id="rId7"/>
    <p:sldId id="27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57" autoAdjust="0"/>
    <p:restoredTop sz="86347" autoAdjust="0"/>
  </p:normalViewPr>
  <p:slideViewPr>
    <p:cSldViewPr snapToGrid="0">
      <p:cViewPr varScale="1">
        <p:scale>
          <a:sx n="96" d="100"/>
          <a:sy n="96" d="100"/>
        </p:scale>
        <p:origin x="99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B7CBF2-44B9-4FD7-ADE0-AEF665969899}" type="datetimeFigureOut">
              <a:rPr lang="ru-RU" smtClean="0"/>
              <a:t>20.05.2025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C95F39-9986-42CA-BA2A-89BEF2EFFE3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29109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C95F39-9986-42CA-BA2A-89BEF2EFFE33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95293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Стриминг применяется в разных сферах, позволяя проводить некоторые мероприятия в удаленном формате.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Я выбрал развлекательную сферу.</a:t>
            </a:r>
          </a:p>
          <a:p>
            <a:r>
              <a:rPr lang="ru-RU" dirty="0"/>
              <a:t>Площадка направлена стриминг видеоигр, но не ограничена этим. Можно проводить трансляции на различные темы. Здесь любой человек может поделиться личными знаниям. Так что любой человек найдёт контент по своему вкусу.</a:t>
            </a:r>
          </a:p>
          <a:p>
            <a:r>
              <a:rPr lang="ru-RU" dirty="0"/>
              <a:t>Создатели могут монетизировать любой свой контент. За счёт широкого охвата аудитории можно предоставлять услуги рекламы большому спектру компаний.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C95F39-9986-42CA-BA2A-89BEF2EFFE33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2897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C95F39-9986-42CA-BA2A-89BEF2EFFE33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99923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Мною выделены основные функции веб-приложения.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C95F39-9986-42CA-BA2A-89BEF2EFFE33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57707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Для проверки системы использовалось функциональное тестирование. Это один из самых популярных видов тестирования, который проверяет соответствие функциональности продукта тому, как он был задуман.</a:t>
            </a:r>
          </a:p>
          <a:p>
            <a:r>
              <a:rPr lang="ru-RU" sz="1800" dirty="0">
                <a:effectLst/>
                <a:latin typeface="Times New Roman" panose="02020603050405020304" pitchFamily="18" charset="0"/>
              </a:rPr>
              <a:t>Были проверены следующие функции: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C95F39-9986-42CA-BA2A-89BEF2EFFE33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96358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F9F3A-188F-4C16-A2DE-2587DE574B1E}" type="datetime1">
              <a:rPr lang="ru-RU" smtClean="0"/>
              <a:t>20.05.2025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9922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A4267-40AA-4092-A36F-C26D6811F45A}" type="datetime1">
              <a:rPr lang="ru-RU" smtClean="0"/>
              <a:t>20.05.2025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/>
            </a:lvl1pPr>
          </a:lstStyle>
          <a:p>
            <a:fld id="{1FB77788-E5A7-4255-94F6-739BDA5FC0D4}" type="slidenum">
              <a:rPr lang="ru-RU" smtClean="0"/>
              <a:pPr/>
              <a:t>‹#›</a:t>
            </a:fld>
            <a:r>
              <a:rPr lang="ru-RU" dirty="0"/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31786430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A0052E-2485-4FD0-B116-14C5D93EDDE8}" type="datetime1">
              <a:rPr lang="ru-RU" smtClean="0"/>
              <a:t>20.05.2025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82572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B62B4-F45C-4AC4-ABBE-0574B703B479}" type="datetime1">
              <a:rPr lang="ru-RU" smtClean="0"/>
              <a:t>20.05.2025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4959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7E3C1-EF5D-4588-B524-A705B5B0D133}" type="datetime1">
              <a:rPr lang="ru-RU" smtClean="0"/>
              <a:t>20.05.2025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42673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35BB4-24F7-4230-8D01-C405E5E94E64}" type="datetime1">
              <a:rPr lang="ru-RU" smtClean="0"/>
              <a:t>20.05.2025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49331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A904D9-2361-4337-8CBD-AF145C2276BB}" type="datetime1">
              <a:rPr lang="ru-RU" smtClean="0"/>
              <a:t>20.05.2025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52554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45CB82-17B0-42A9-AB4B-7BA95240445A}" type="datetime1">
              <a:rPr lang="ru-RU" smtClean="0"/>
              <a:t>20.05.2025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5914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37A11-3641-4D89-9551-B66F594B6E05}" type="datetime1">
              <a:rPr lang="ru-RU" smtClean="0"/>
              <a:t>20.05.2025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7139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11F0EA-DC1B-403A-BF71-142FC9FB47EA}" type="datetime1">
              <a:rPr lang="ru-RU" smtClean="0"/>
              <a:t>20.05.2025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83974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85F8A-18D6-4BA8-A576-50974D5C4A22}" type="datetime1">
              <a:rPr lang="ru-RU" smtClean="0"/>
              <a:t>20.05.2025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2165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EACBE0-ED2A-454B-897D-9089BF3ED2F7}" type="datetime1">
              <a:rPr lang="ru-RU" smtClean="0"/>
              <a:t>20.05.2025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B77788-E5A7-4255-94F6-739BDA5FC0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3991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D94BD87D-77FC-4773-93DA-28179F75D4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48620" y="2829757"/>
            <a:ext cx="7772400" cy="514390"/>
          </a:xfrm>
        </p:spPr>
        <p:txBody>
          <a:bodyPr>
            <a:noAutofit/>
          </a:bodyPr>
          <a:lstStyle/>
          <a:p>
            <a:r>
              <a:rPr lang="ru-RU" sz="3200" dirty="0">
                <a:latin typeface="Times New Roman" pitchFamily="18" charset="0"/>
                <a:cs typeface="Times New Roman" pitchFamily="18" charset="0"/>
              </a:rPr>
              <a:t>Разработка веб-приложения</a:t>
            </a:r>
            <a:br>
              <a:rPr lang="ru-RU" sz="3200" dirty="0">
                <a:latin typeface="Times New Roman" pitchFamily="18" charset="0"/>
                <a:cs typeface="Times New Roman" pitchFamily="18" charset="0"/>
              </a:rPr>
            </a:br>
            <a:r>
              <a:rPr lang="ru-RU" sz="3200" dirty="0">
                <a:latin typeface="Times New Roman" pitchFamily="18" charset="0"/>
                <a:cs typeface="Times New Roman" pitchFamily="18" charset="0"/>
              </a:rPr>
              <a:t>для детекции дорожных объектов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56CD14-AF83-48F0-A295-A63863152DBA}"/>
              </a:ext>
            </a:extLst>
          </p:cNvPr>
          <p:cNvSpPr txBox="1"/>
          <p:nvPr/>
        </p:nvSpPr>
        <p:spPr>
          <a:xfrm>
            <a:off x="0" y="138002"/>
            <a:ext cx="121920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МИНИСТЕРСТВО НАУКИ И ВЫСШЕГО ОБРАЗОВАНИЯ РОССИЙСКОЙ ФЕДЕРАЦИИ</a:t>
            </a:r>
          </a:p>
          <a:p>
            <a:pPr algn="ctr"/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Федеральное государственное автономное образовательное учреждение высшего образования </a:t>
            </a:r>
          </a:p>
          <a:p>
            <a:pPr algn="ctr"/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«Южно-Уральский государственный университет (национальный исследовательский университет)» </a:t>
            </a:r>
          </a:p>
          <a:p>
            <a:pPr algn="ctr"/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Высшая школа электроники и компьютерных наук</a:t>
            </a:r>
          </a:p>
          <a:p>
            <a:pPr algn="ctr"/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 Кафедра системного программирования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C9A381-3CF3-4B80-8C5C-EF84732D694D}"/>
              </a:ext>
            </a:extLst>
          </p:cNvPr>
          <p:cNvSpPr txBox="1"/>
          <p:nvPr/>
        </p:nvSpPr>
        <p:spPr>
          <a:xfrm>
            <a:off x="1244338" y="4066760"/>
            <a:ext cx="353505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Научный руководитель:</a:t>
            </a:r>
          </a:p>
          <a:p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ст. преподаватель кафедры СП</a:t>
            </a:r>
            <a:br>
              <a:rPr lang="ru-RU" sz="2000" dirty="0">
                <a:latin typeface="Times New Roman" pitchFamily="18" charset="0"/>
                <a:cs typeface="Times New Roman" pitchFamily="18" charset="0"/>
              </a:rPr>
            </a:br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Н.С. Силкина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5D3059-19D0-4F4D-A517-7C2B801E7F6F}"/>
              </a:ext>
            </a:extLst>
          </p:cNvPr>
          <p:cNvSpPr txBox="1"/>
          <p:nvPr/>
        </p:nvSpPr>
        <p:spPr>
          <a:xfrm>
            <a:off x="7746987" y="4066760"/>
            <a:ext cx="307498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Автор:</a:t>
            </a:r>
          </a:p>
          <a:p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студент группы КЭ-401</a:t>
            </a:r>
          </a:p>
          <a:p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Д.А. Иванов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DE4A51-5AB3-4D0E-BC99-E126D40121E4}"/>
              </a:ext>
            </a:extLst>
          </p:cNvPr>
          <p:cNvSpPr txBox="1"/>
          <p:nvPr/>
        </p:nvSpPr>
        <p:spPr>
          <a:xfrm>
            <a:off x="4913685" y="6216291"/>
            <a:ext cx="19988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latin typeface="Times New Roman" pitchFamily="18" charset="0"/>
                <a:cs typeface="Times New Roman" pitchFamily="18" charset="0"/>
              </a:rPr>
              <a:t>Челябинск, 2025 г.</a:t>
            </a:r>
          </a:p>
        </p:txBody>
      </p:sp>
    </p:spTree>
    <p:extLst>
      <p:ext uri="{BB962C8B-B14F-4D97-AF65-F5344CB8AC3E}">
        <p14:creationId xmlns:p14="http://schemas.microsoft.com/office/powerpoint/2010/main" val="30994803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88325277-1205-44FC-8777-C07BE84ADD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6524"/>
            <a:ext cx="12192000" cy="1143000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Times New Roman" pitchFamily="18" charset="0"/>
                <a:cs typeface="Times New Roman" pitchFamily="18" charset="0"/>
              </a:rPr>
              <a:t>Актуальность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D4C407-5FE5-4D9D-9841-BDCDA0070BD8}"/>
              </a:ext>
            </a:extLst>
          </p:cNvPr>
          <p:cNvSpPr txBox="1"/>
          <p:nvPr/>
        </p:nvSpPr>
        <p:spPr>
          <a:xfrm>
            <a:off x="1055801" y="1772816"/>
            <a:ext cx="10077255" cy="22198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3200" dirty="0">
                <a:latin typeface="Times New Roman" pitchFamily="18" charset="0"/>
                <a:cs typeface="Times New Roman" pitchFamily="18" charset="0"/>
              </a:rPr>
              <a:t>1. Популярность стриминга</a:t>
            </a:r>
            <a:br>
              <a:rPr lang="ru-RU" sz="3200" dirty="0">
                <a:latin typeface="Times New Roman" pitchFamily="18" charset="0"/>
                <a:cs typeface="Times New Roman" pitchFamily="18" charset="0"/>
              </a:rPr>
            </a:br>
            <a:r>
              <a:rPr lang="ru-RU" sz="3200" dirty="0">
                <a:latin typeface="Times New Roman" pitchFamily="18" charset="0"/>
                <a:cs typeface="Times New Roman" pitchFamily="18" charset="0"/>
              </a:rPr>
              <a:t>2. Привлекательность для разной аудитории</a:t>
            </a:r>
          </a:p>
          <a:p>
            <a:pPr>
              <a:lnSpc>
                <a:spcPct val="150000"/>
              </a:lnSpc>
            </a:pPr>
            <a:r>
              <a:rPr lang="ru-RU" sz="3200" dirty="0">
                <a:latin typeface="Times New Roman" pitchFamily="18" charset="0"/>
                <a:cs typeface="Times New Roman" pitchFamily="18" charset="0"/>
              </a:rPr>
              <a:t>3. Широкие возможности для монетизации контента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460B08D6-2413-4842-83C8-92DBC053C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pPr/>
              <a:t>2</a:t>
            </a:fld>
            <a:r>
              <a:rPr lang="ru-RU"/>
              <a:t>/17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923419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2DE1D302-8FE2-4268-B42E-90FD53072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3552" y="18331"/>
            <a:ext cx="8229600" cy="1143000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Times New Roman" pitchFamily="18" charset="0"/>
                <a:cs typeface="Times New Roman" pitchFamily="18" charset="0"/>
              </a:rPr>
              <a:t>Цель и задачи исследования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B4273A-EB19-468D-AB16-D0435BF6B907}"/>
              </a:ext>
            </a:extLst>
          </p:cNvPr>
          <p:cNvSpPr txBox="1"/>
          <p:nvPr/>
        </p:nvSpPr>
        <p:spPr>
          <a:xfrm>
            <a:off x="1065229" y="1147966"/>
            <a:ext cx="10077253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latin typeface="Times New Roman" pitchFamily="18" charset="0"/>
                <a:cs typeface="Times New Roman" pitchFamily="18" charset="0"/>
              </a:rPr>
              <a:t>Цель:</a:t>
            </a:r>
          </a:p>
          <a:p>
            <a:pPr indent="442913"/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Разработка веб-приложения для потоковой передачи видео и общения пользователей</a:t>
            </a:r>
          </a:p>
          <a:p>
            <a:endParaRPr lang="ru-RU" sz="2800" dirty="0">
              <a:latin typeface="Times New Roman" pitchFamily="18" charset="0"/>
              <a:cs typeface="Times New Roman" pitchFamily="18" charset="0"/>
            </a:endParaRPr>
          </a:p>
          <a:p>
            <a:r>
              <a:rPr lang="ru-RU" sz="2800" b="1" dirty="0">
                <a:latin typeface="Times New Roman" pitchFamily="18" charset="0"/>
                <a:cs typeface="Times New Roman" pitchFamily="18" charset="0"/>
              </a:rPr>
              <a:t>Задачи:</a:t>
            </a:r>
          </a:p>
          <a:p>
            <a:pPr marL="442913" indent="442913">
              <a:buAutoNum type="arabicPeriod"/>
            </a:pPr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Провести анализ предметной области</a:t>
            </a:r>
          </a:p>
          <a:p>
            <a:pPr marL="442913" indent="442913">
              <a:buAutoNum type="arabicPeriod"/>
            </a:pPr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Разработать требования к веб-положению</a:t>
            </a:r>
          </a:p>
          <a:p>
            <a:pPr marL="442913" indent="442913">
              <a:buAutoNum type="arabicPeriod"/>
            </a:pPr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Спроектировать веб-приложение</a:t>
            </a:r>
          </a:p>
          <a:p>
            <a:pPr marL="442913" indent="442913">
              <a:buAutoNum type="arabicPeriod"/>
            </a:pPr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Реализовать приложение</a:t>
            </a:r>
          </a:p>
          <a:p>
            <a:pPr marL="442913" indent="442913">
              <a:buAutoNum type="arabicPeriod"/>
            </a:pPr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Провести тестирование веб-приложения</a:t>
            </a:r>
          </a:p>
          <a:p>
            <a:endParaRPr lang="ru-RU" sz="28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DD11FDB0-BC4E-47DC-ADDD-49692DB61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pPr/>
              <a:t>3</a:t>
            </a:fld>
            <a:r>
              <a:rPr lang="ru-RU"/>
              <a:t>/17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367888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4537F914-D187-4830-985C-1CBD898491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3552" y="49231"/>
            <a:ext cx="8229600" cy="1143000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Times New Roman" pitchFamily="18" charset="0"/>
                <a:cs typeface="Times New Roman" pitchFamily="18" charset="0"/>
              </a:rPr>
              <a:t>Обзор аналогичных проектов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AB0AA1DD-8D26-46B7-84FB-9179BFF26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pPr/>
              <a:t>4</a:t>
            </a:fld>
            <a:r>
              <a:rPr lang="ru-RU"/>
              <a:t>/17</a:t>
            </a: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244284D-0EAD-46F4-BE44-486D5647A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700" y="1192080"/>
            <a:ext cx="9807515" cy="516427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245472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4537F914-D187-4830-985C-1CBD898491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3552" y="49231"/>
            <a:ext cx="8229600" cy="1143000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Times New Roman" pitchFamily="18" charset="0"/>
                <a:cs typeface="Times New Roman" pitchFamily="18" charset="0"/>
              </a:rPr>
              <a:t>Обзор аналогичных проектов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AB0AA1DD-8D26-46B7-84FB-9179BFF26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pPr/>
              <a:t>5</a:t>
            </a:fld>
            <a:r>
              <a:rPr lang="ru-RU"/>
              <a:t>/17</a:t>
            </a:r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F1E6B8E-97A8-457C-8D26-692F5E66A4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0722" y="986305"/>
            <a:ext cx="7630556" cy="5575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7966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992DA992-E9BF-44DD-ADFE-6494425A5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0"/>
            <a:ext cx="8229600" cy="1143000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Times New Roman" pitchFamily="18" charset="0"/>
                <a:cs typeface="Times New Roman" pitchFamily="18" charset="0"/>
              </a:rPr>
              <a:t>Анализ аналогичных проектов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BC2BCD-3952-440C-A474-C348A7A66774}"/>
              </a:ext>
            </a:extLst>
          </p:cNvPr>
          <p:cNvSpPr txBox="1"/>
          <p:nvPr/>
        </p:nvSpPr>
        <p:spPr>
          <a:xfrm>
            <a:off x="1065229" y="1143000"/>
            <a:ext cx="10086680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Необходимый функционал:</a:t>
            </a:r>
          </a:p>
          <a:p>
            <a:endParaRPr lang="ru-RU" sz="2800" dirty="0">
              <a:latin typeface="Times New Roman" pitchFamily="18" charset="0"/>
              <a:cs typeface="Times New Roman" pitchFamily="18" charset="0"/>
            </a:endParaRPr>
          </a:p>
          <a:p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•	Предоставлять возможность авторизации на сервисе</a:t>
            </a:r>
          </a:p>
          <a:p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•	Предоставлять возможность проведения прямых трансляций на сервисе</a:t>
            </a:r>
          </a:p>
          <a:p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•	Предоставлять возможность поиска пользователей и трансляций</a:t>
            </a:r>
          </a:p>
          <a:p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•	Предоставлять возможность переписки в общем чате трансляции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Предоставлять возможность отслеживать интересуемые каналы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97DEE970-2311-405D-98A4-6A36A13BC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pPr/>
              <a:t>6</a:t>
            </a:fld>
            <a:r>
              <a:rPr lang="ru-RU"/>
              <a:t>/17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525432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08AFB1E6-1180-47CF-AADB-5C4D9D1C94F6}"/>
              </a:ext>
            </a:extLst>
          </p:cNvPr>
          <p:cNvSpPr txBox="1">
            <a:spLocks/>
          </p:cNvSpPr>
          <p:nvPr/>
        </p:nvSpPr>
        <p:spPr>
          <a:xfrm>
            <a:off x="2077039" y="-103626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dirty="0">
                <a:latin typeface="Times New Roman" pitchFamily="18" charset="0"/>
                <a:cs typeface="Times New Roman" pitchFamily="18" charset="0"/>
              </a:rPr>
              <a:t>Диаграмма последовательности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FE060230-92E3-4D54-B637-036B28A13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pPr/>
              <a:t>7</a:t>
            </a:fld>
            <a:r>
              <a:rPr lang="ru-RU"/>
              <a:t>/17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22875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0D7D0BE2-2D2C-4923-8220-23B01E71F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17978"/>
            <a:ext cx="8229600" cy="1143000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Times New Roman" pitchFamily="18" charset="0"/>
                <a:cs typeface="Times New Roman" pitchFamily="18" charset="0"/>
              </a:rPr>
              <a:t>Структура базы данных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C9973EE-DDB0-4110-A1D5-51D973AC2C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79" y="1463720"/>
            <a:ext cx="11386817" cy="4672556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B18A1C4-18C9-4655-AC1C-9BB734B59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pPr/>
              <a:t>8</a:t>
            </a:fld>
            <a:r>
              <a:rPr lang="ru-RU"/>
              <a:t>/17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126208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0D7D0BE2-2D2C-4923-8220-23B01E71F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17978"/>
            <a:ext cx="8229600" cy="1143000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Times New Roman" pitchFamily="18" charset="0"/>
                <a:cs typeface="Times New Roman" pitchFamily="18" charset="0"/>
              </a:rPr>
              <a:t>Средства реализации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EBCF29-450A-4288-AA41-620B0209AB78}"/>
              </a:ext>
            </a:extLst>
          </p:cNvPr>
          <p:cNvSpPr txBox="1"/>
          <p:nvPr/>
        </p:nvSpPr>
        <p:spPr>
          <a:xfrm>
            <a:off x="1065229" y="1772816"/>
            <a:ext cx="10077253" cy="3697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3200" dirty="0">
                <a:latin typeface="Times New Roman" pitchFamily="18" charset="0"/>
                <a:cs typeface="Times New Roman" pitchFamily="18" charset="0"/>
              </a:rPr>
              <a:t>Серверная часть: </a:t>
            </a:r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Node.js, Next.js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3200" dirty="0">
                <a:latin typeface="Times New Roman" pitchFamily="18" charset="0"/>
                <a:cs typeface="Times New Roman" pitchFamily="18" charset="0"/>
              </a:rPr>
              <a:t>Клиентская часть: </a:t>
            </a:r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React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3200" dirty="0">
                <a:latin typeface="Times New Roman" pitchFamily="18" charset="0"/>
                <a:cs typeface="Times New Roman" pitchFamily="18" charset="0"/>
              </a:rPr>
              <a:t>СУБД: </a:t>
            </a:r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MySQL</a:t>
            </a:r>
            <a:endParaRPr lang="ru-RU" sz="3200" dirty="0">
              <a:latin typeface="Times New Roman" pitchFamily="18" charset="0"/>
              <a:cs typeface="Times New Roman" pitchFamily="18" charset="0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3200" dirty="0">
                <a:latin typeface="Times New Roman" pitchFamily="18" charset="0"/>
                <a:cs typeface="Times New Roman" pitchFamily="18" charset="0"/>
              </a:rPr>
              <a:t>Сервис для аутентификации </a:t>
            </a:r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Clerk</a:t>
            </a:r>
            <a:endParaRPr lang="ru-RU" sz="3200" dirty="0">
              <a:latin typeface="Times New Roman" pitchFamily="18" charset="0"/>
              <a:cs typeface="Times New Roman" pitchFamily="18" charset="0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3200" dirty="0">
                <a:latin typeface="Times New Roman" pitchFamily="18" charset="0"/>
                <a:cs typeface="Times New Roman" pitchFamily="18" charset="0"/>
              </a:rPr>
              <a:t>Сервис для обеспечения конференц-связи</a:t>
            </a:r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>
                <a:latin typeface="Times New Roman" pitchFamily="18" charset="0"/>
                <a:cs typeface="Times New Roman" pitchFamily="18" charset="0"/>
              </a:rPr>
              <a:t>LiveKit</a:t>
            </a:r>
            <a:endParaRPr lang="ru-RU" sz="32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32D3499C-CA4B-4025-B4B2-EE8C8AC49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pPr/>
              <a:t>9</a:t>
            </a:fld>
            <a:r>
              <a:rPr lang="ru-RU"/>
              <a:t>/17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493756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0D7D0BE2-2D2C-4923-8220-23B01E71F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108642"/>
            <a:ext cx="8229600" cy="1143000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Times New Roman" pitchFamily="18" charset="0"/>
                <a:cs typeface="Times New Roman" pitchFamily="18" charset="0"/>
              </a:rPr>
              <a:t>Главная страница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22EC8D5-4902-426A-9FB4-46B079F11E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251" y="1251642"/>
            <a:ext cx="10203805" cy="5104708"/>
          </a:xfrm>
          <a:prstGeom prst="rect">
            <a:avLst/>
          </a:prstGeom>
          <a:ln w="15875">
            <a:solidFill>
              <a:schemeClr val="tx1"/>
            </a:solidFill>
          </a:ln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52418926-B1DE-4141-8419-4A21200C8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pPr/>
              <a:t>10</a:t>
            </a:fld>
            <a:r>
              <a:rPr lang="ru-RU"/>
              <a:t>/17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502378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0D7D0BE2-2D2C-4923-8220-23B01E71F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108642"/>
            <a:ext cx="8229600" cy="1143000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Times New Roman" pitchFamily="18" charset="0"/>
                <a:cs typeface="Times New Roman" pitchFamily="18" charset="0"/>
              </a:rPr>
              <a:t>Страница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просмотра стрима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66F5475-27C4-46D2-941C-431FDC7B94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453" y="1251642"/>
            <a:ext cx="9994771" cy="5082700"/>
          </a:xfrm>
          <a:prstGeom prst="rect">
            <a:avLst/>
          </a:prstGeom>
          <a:ln w="15875">
            <a:solidFill>
              <a:schemeClr val="tx1"/>
            </a:solidFill>
          </a:ln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7B5D0A3A-7589-40C0-86EA-07D3346DF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pPr/>
              <a:t>11</a:t>
            </a:fld>
            <a:r>
              <a:rPr lang="ru-RU"/>
              <a:t>/17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887689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0D7D0BE2-2D2C-4923-8220-23B01E71F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08642"/>
            <a:ext cx="12192000" cy="1143000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Times New Roman" pitchFamily="18" charset="0"/>
                <a:cs typeface="Times New Roman" pitchFamily="18" charset="0"/>
              </a:rPr>
              <a:t>Страница настроек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EC00BFB-4655-4265-B6D9-768DC93A54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597" y="1251642"/>
            <a:ext cx="10013623" cy="5092286"/>
          </a:xfrm>
          <a:prstGeom prst="rect">
            <a:avLst/>
          </a:prstGeom>
          <a:ln w="15875">
            <a:solidFill>
              <a:schemeClr val="tx1"/>
            </a:solidFill>
          </a:ln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38EC3FE1-89DB-42E6-B18A-342DB93AD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pPr/>
              <a:t>12</a:t>
            </a:fld>
            <a:r>
              <a:rPr lang="ru-RU"/>
              <a:t>/17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405474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AADC3CD-C73B-4F09-9A29-317A6DA0C7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3552" y="18331"/>
            <a:ext cx="8229600" cy="1143000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Times New Roman" pitchFamily="18" charset="0"/>
                <a:cs typeface="Times New Roman" pitchFamily="18" charset="0"/>
              </a:rPr>
              <a:t>Тестирование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9DDE73-FC19-4850-A3D6-70FEF85A9B27}"/>
              </a:ext>
            </a:extLst>
          </p:cNvPr>
          <p:cNvSpPr txBox="1"/>
          <p:nvPr/>
        </p:nvSpPr>
        <p:spPr>
          <a:xfrm>
            <a:off x="1047946" y="1717073"/>
            <a:ext cx="10096107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Потоковая трансляция видео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Авторизация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Регистрация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Отправление сообщений в чат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Подписка на пользователей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Блокировка пользователей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Поиск трансляций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Функция отключения чата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Генерация ключа трансляции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ru-RU" sz="28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533C03AE-3550-4F10-A341-CFEEC4FBB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pPr/>
              <a:t>13</a:t>
            </a:fld>
            <a:r>
              <a:rPr lang="ru-RU"/>
              <a:t>/17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743684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A8A4B608-0E8D-4D19-95CC-96B22AABE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3552" y="99808"/>
            <a:ext cx="8229600" cy="1143000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Times New Roman" pitchFamily="18" charset="0"/>
                <a:cs typeface="Times New Roman" pitchFamily="18" charset="0"/>
              </a:rPr>
              <a:t>Основные результаты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320F45-C413-443E-8EA5-0AEB380657AE}"/>
              </a:ext>
            </a:extLst>
          </p:cNvPr>
          <p:cNvSpPr txBox="1"/>
          <p:nvPr/>
        </p:nvSpPr>
        <p:spPr>
          <a:xfrm>
            <a:off x="1074656" y="1229444"/>
            <a:ext cx="10067826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В рамках данной работы было разработано веб-приложение для потоковой передачи видео и общения пользователей. Были решены следующие задачи:</a:t>
            </a:r>
          </a:p>
          <a:p>
            <a:endParaRPr lang="ru-RU" sz="2800" dirty="0">
              <a:latin typeface="Times New Roman" pitchFamily="18" charset="0"/>
              <a:cs typeface="Times New Roman" pitchFamily="18" charset="0"/>
            </a:endParaRPr>
          </a:p>
          <a:p>
            <a:pPr marL="514350" indent="-514350">
              <a:buAutoNum type="arabicPeriod"/>
            </a:pPr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Проведён анализ предметной области</a:t>
            </a:r>
          </a:p>
          <a:p>
            <a:pPr marL="514350" indent="-514350">
              <a:buAutoNum type="arabicPeriod"/>
            </a:pPr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Разработаны требования к веб-приложению</a:t>
            </a:r>
          </a:p>
          <a:p>
            <a:pPr marL="514350" indent="-514350">
              <a:buAutoNum type="arabicPeriod"/>
            </a:pPr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Спроектировано веб-приложение</a:t>
            </a:r>
          </a:p>
          <a:p>
            <a:pPr marL="514350" indent="-514350">
              <a:buAutoNum type="arabicPeriod"/>
            </a:pPr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Реализовано приложение</a:t>
            </a:r>
          </a:p>
          <a:p>
            <a:pPr marL="514350" indent="-514350">
              <a:buAutoNum type="arabicPeriod"/>
            </a:pPr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Проведено тестирование веб-приложения</a:t>
            </a:r>
          </a:p>
          <a:p>
            <a:endParaRPr lang="ru-RU" sz="28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A885EAE3-F86D-4669-A7B9-FF57EAD9F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7788-E5A7-4255-94F6-739BDA5FC0D4}" type="slidenum">
              <a:rPr lang="ru-RU" smtClean="0"/>
              <a:pPr/>
              <a:t>14</a:t>
            </a:fld>
            <a:r>
              <a:rPr lang="ru-RU"/>
              <a:t>/17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3231783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1223</TotalTime>
  <Words>400</Words>
  <Application>Microsoft Office PowerPoint</Application>
  <PresentationFormat>Широкоэкранный</PresentationFormat>
  <Paragraphs>88</Paragraphs>
  <Slides>14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Times New Roman</vt:lpstr>
      <vt:lpstr>Тема Office</vt:lpstr>
      <vt:lpstr>Разработка веб-приложения для детекции дорожных объектов</vt:lpstr>
      <vt:lpstr>Актуальность</vt:lpstr>
      <vt:lpstr>Цель и задачи исследования</vt:lpstr>
      <vt:lpstr>Обзор аналогичных проектов</vt:lpstr>
      <vt:lpstr>Обзор аналогичных проектов</vt:lpstr>
      <vt:lpstr>Анализ аналогичных проектов</vt:lpstr>
      <vt:lpstr>Презентация PowerPoint</vt:lpstr>
      <vt:lpstr>Структура базы данных</vt:lpstr>
      <vt:lpstr>Средства реализации</vt:lpstr>
      <vt:lpstr>Главная страница</vt:lpstr>
      <vt:lpstr>Страница просмотра стрима</vt:lpstr>
      <vt:lpstr>Страница настроек</vt:lpstr>
      <vt:lpstr>Тестирование</vt:lpstr>
      <vt:lpstr>Основные результаты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веб-приложения «NetMate»</dc:title>
  <dc:creator>Face Man</dc:creator>
  <cp:lastModifiedBy>Face Man</cp:lastModifiedBy>
  <cp:revision>69</cp:revision>
  <dcterms:created xsi:type="dcterms:W3CDTF">2024-06-11T07:29:43Z</dcterms:created>
  <dcterms:modified xsi:type="dcterms:W3CDTF">2025-05-20T16:51:24Z</dcterms:modified>
</cp:coreProperties>
</file>